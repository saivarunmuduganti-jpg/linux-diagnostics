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7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828800"/>
            <a:ext cx="91440" cy="1920240"/>
          </a:xfrm>
          <a:prstGeom prst="rect">
            <a:avLst/>
          </a:prstGeom>
          <a:solidFill>
            <a:srgbClr val="2EC4D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0584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 ·  IMPLEMENTATION PROGRESS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18288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SYSTEM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 TOOLKIT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3383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menu-driven C tool for monitoring and diagnosing Linux system resources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297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46634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Harshil (2510030370)  ·  M. Sai Varun (2510030021)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Affan (2510030366)  ·  Pavan (2510030027)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829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2EC4D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828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Since Review 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315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in Review 1  →  status now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System Diagnostics Toolkit  |  Review 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463040"/>
                <a:gridCol w="66751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9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Model, core count, live usage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/ used / available + warning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filesystem via statvfs()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PID, name, state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 addresses + /proc/net/dev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Uptime &amp; System info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Days/hh:mm:ss, OS, kernel, users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 check at 80%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777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file; some sections still basic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829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2EC4D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828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Overview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315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 program, one menu, one function per module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System Diagnostics Toolkit  |  Review 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2011680" cy="1737360"/>
          </a:xfrm>
          <a:prstGeom prst="rect">
            <a:avLst/>
          </a:prstGeom>
          <a:solidFill>
            <a:srgbClr val="1829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774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options + exit, input validated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22860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834640" y="1737360"/>
            <a:ext cx="2011680" cy="1737360"/>
          </a:xfrm>
          <a:prstGeom prst="rect">
            <a:avLst/>
          </a:prstGeom>
          <a:solidFill>
            <a:srgbClr val="2A6FD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926080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2971800" y="23774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switch(choice) calls module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22860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120640" y="1737360"/>
            <a:ext cx="2011680" cy="1737360"/>
          </a:xfrm>
          <a:prstGeom prst="rect">
            <a:avLst/>
          </a:prstGeom>
          <a:solidFill>
            <a:srgbClr val="18294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212080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5257800" y="23774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/proc files, statvfs(), shell cmds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132320" y="22860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406640" y="1737360"/>
            <a:ext cx="2011680" cy="1737360"/>
          </a:xfrm>
          <a:prstGeom prst="rect">
            <a:avLst/>
          </a:prstGeom>
          <a:solidFill>
            <a:srgbClr val="2A6FD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98080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7543800" y="23774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% vs thresholds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418320" y="22860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692640" y="1737360"/>
            <a:ext cx="2011680" cy="1737360"/>
          </a:xfrm>
          <a:prstGeom prst="rect">
            <a:avLst/>
          </a:prstGeom>
          <a:solidFill>
            <a:srgbClr val="18294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784080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9829800" y="23774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or diagnostic_report.txt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3931920"/>
            <a:ext cx="53949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3931920"/>
            <a:ext cx="73152" cy="2103120"/>
          </a:xfrm>
          <a:prstGeom prst="rect">
            <a:avLst/>
          </a:prstGeom>
          <a:solidFill>
            <a:srgbClr val="2A6FD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77240" y="40416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environment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777240" y="443484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 C (GCC)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 Linux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Headers: stdio, stdlib, string, unistd, sys/statvfs, time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217920" y="3931920"/>
            <a:ext cx="53949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17920" y="3931920"/>
            <a:ext cx="73152" cy="2103120"/>
          </a:xfrm>
          <a:prstGeom prst="rect">
            <a:avLst/>
          </a:prstGeom>
          <a:solidFill>
            <a:srgbClr val="2EC4D6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446520" y="40416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choices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6446520" y="443484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file reads (/proc) for CPU, memory, uptime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statvfs() for disk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commands (top, ps, ip) where output is already formatted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829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2EC4D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828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Module Works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315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and techniques used in the code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System Diagnostics Toolkit  |  Review 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5394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554480"/>
            <a:ext cx="73152" cy="1371600"/>
          </a:xfrm>
          <a:prstGeom prst="rect">
            <a:avLst/>
          </a:prstGeom>
          <a:solidFill>
            <a:srgbClr val="2A6FD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16642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05740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/proc/cpuinfo for "model name" and counts "processor" lines; usage from top via awk (100 − idle)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554480"/>
            <a:ext cx="5394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554480"/>
            <a:ext cx="73152" cy="1371600"/>
          </a:xfrm>
          <a:prstGeom prst="rect">
            <a:avLst/>
          </a:prstGeom>
          <a:solidFill>
            <a:srgbClr val="2A6FD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46520" y="16642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205740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MemTotal and MemAvailable from /proc/meminfo; used = total − available; shown in GB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08960"/>
            <a:ext cx="5394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108960"/>
            <a:ext cx="73152" cy="1371600"/>
          </a:xfrm>
          <a:prstGeom prst="rect">
            <a:avLst/>
          </a:prstGeom>
          <a:solidFill>
            <a:srgbClr val="2EC4D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32186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361188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statvfs("/") gives block count × fragment size; usage % = used / total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17920" y="3108960"/>
            <a:ext cx="5394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3108960"/>
            <a:ext cx="73152" cy="1371600"/>
          </a:xfrm>
          <a:prstGeom prst="rect">
            <a:avLst/>
          </a:prstGeom>
          <a:solidFill>
            <a:srgbClr val="2EC4D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46520" y="32186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361188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-eo pid,comm,state, limited to 15 rows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663440"/>
            <a:ext cx="5394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663440"/>
            <a:ext cx="73152" cy="1371600"/>
          </a:xfrm>
          <a:prstGeom prst="rect">
            <a:avLst/>
          </a:prstGeom>
          <a:solidFill>
            <a:srgbClr val="3DBE7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" y="47731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" y="516636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-br addr for interfaces; /proc/net/dev for packet statistics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217920" y="4663440"/>
            <a:ext cx="53949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0" y="4663440"/>
            <a:ext cx="73152" cy="1371600"/>
          </a:xfrm>
          <a:prstGeom prst="rect">
            <a:avLst/>
          </a:prstGeom>
          <a:solidFill>
            <a:srgbClr val="3DBE7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46520" y="47731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/ System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446520" y="516636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/proc/uptime converted to d/h/m/s; uname, hostname, whoami, who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829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2EC4D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828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&amp; Report Generation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315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raw numbers into warnings and a saved record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System Diagnostics Toolkit  |  Review 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53949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554480"/>
            <a:ext cx="73152" cy="2194560"/>
          </a:xfrm>
          <a:prstGeom prst="rect">
            <a:avLst/>
          </a:prstGeom>
          <a:solidFill>
            <a:srgbClr val="3DBE7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16642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alerts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057400"/>
            <a:ext cx="5029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/ memory / disk thresholds defined as constants (80%)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≥ 80% → WARNING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≥ 80% → CRITICAL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 → OK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554480"/>
            <a:ext cx="53949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554480"/>
            <a:ext cx="73152" cy="2194560"/>
          </a:xfrm>
          <a:prstGeom prst="rect">
            <a:avLst/>
          </a:prstGeom>
          <a:solidFill>
            <a:srgbClr val="2A6FD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46520" y="16642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diagnostic_report.txt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2057400"/>
            <a:ext cx="5029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with fopen/fprintf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CPU, memory, disk, uptime sections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from menu option 9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11064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023360"/>
            <a:ext cx="73152" cy="1828800"/>
          </a:xfrm>
          <a:prstGeom prst="rect">
            <a:avLst/>
          </a:prstGeom>
          <a:solidFill>
            <a:srgbClr val="2EC4D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413308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diagnostic (option 10)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526280"/>
            <a:ext cx="10698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CPU, memory, disk, processes, network, uptime, system info and alerts in sequence, giving a full system snapshot in a single run.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829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2EC4D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828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315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console output (values vary by machine)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System Diagnostics Toolkit  |  Review 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6766560" cy="4572000"/>
          </a:xfrm>
          <a:prstGeom prst="rect">
            <a:avLst/>
          </a:prstGeom>
          <a:solidFill>
            <a:srgbClr val="0B17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1737360"/>
            <a:ext cx="6400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7CF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 MEMORY INFORMATION ==========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CF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Memory     : 15.40 GB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CF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Used Memory      : 6.10 GB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CF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Available Memory : 9.30 GB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CF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 Usage     : 39.61%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CF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           : Memory usage is normal.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CF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 DIAGNOSTIC ALERTS ==========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CF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 Usage : 39.61%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CF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Disk Usage   : 62.40%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CF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[OK] Memory usage is normal.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CF0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[OK] Disk usage is normal.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589520" y="1554480"/>
            <a:ext cx="40233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589520" y="1554480"/>
            <a:ext cx="73152" cy="2103120"/>
          </a:xfrm>
          <a:prstGeom prst="rect">
            <a:avLst/>
          </a:prstGeom>
          <a:solidFill>
            <a:srgbClr val="2A6FD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818120" y="16642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show in demo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818120" y="2057400"/>
            <a:ext cx="3657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navigation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individually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diagnostic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file contents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589520" y="3931920"/>
            <a:ext cx="40233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89520" y="3931920"/>
            <a:ext cx="73152" cy="2194560"/>
          </a:xfrm>
          <a:prstGeom prst="rect">
            <a:avLst/>
          </a:prstGeom>
          <a:solidFill>
            <a:srgbClr val="2EC4D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818120" y="40416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with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818120" y="4434840"/>
            <a:ext cx="3657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screenshots from the real run before presenting.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829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2EC4D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828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Current Limitations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315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status and planned fixes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System Diagnostics Toolkit  |  Review 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53949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554480"/>
            <a:ext cx="73152" cy="2194560"/>
          </a:xfrm>
          <a:prstGeom prst="rect">
            <a:avLst/>
          </a:prstGeom>
          <a:solidFill>
            <a:srgbClr val="2A6FD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16642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057400"/>
            <a:ext cx="5029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/proc formats reliably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CPU usage without extra libraries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output consistent across modules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554480"/>
            <a:ext cx="53949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554480"/>
            <a:ext cx="73152" cy="2194560"/>
          </a:xfrm>
          <a:prstGeom prst="rect">
            <a:avLst/>
          </a:prstGeom>
          <a:solidFill>
            <a:srgbClr val="E0A03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46520" y="16642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2057400"/>
            <a:ext cx="5029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checks root (/) only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usage and process list rely on system() calls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Report: processes/network sections minimal; no warnings listed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11064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023360"/>
            <a:ext cx="73152" cy="1828800"/>
          </a:xfrm>
          <a:prstGeom prst="rect">
            <a:avLst/>
          </a:prstGeom>
          <a:solidFill>
            <a:srgbClr val="3DBE7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413308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fixes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526280"/>
            <a:ext cx="10698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/proc/stat directly for CPU usage  ·  Sort processes by CPU/memory  ·  Include processes, network and alerts in the report  ·  Use a real threshold config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829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2EC4D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828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Next Steps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315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project stands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System Diagnostics Toolkit  |  Review 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539496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554480"/>
            <a:ext cx="73152" cy="4206240"/>
          </a:xfrm>
          <a:prstGeom prst="rect">
            <a:avLst/>
          </a:prstGeom>
          <a:solidFill>
            <a:srgbClr val="3DBE7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16642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057400"/>
            <a:ext cx="502920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planned modules implemented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integrated menu interface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Threshold-based warnings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report generation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diagnostic in one run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554480"/>
            <a:ext cx="539496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554480"/>
            <a:ext cx="73152" cy="4206240"/>
          </a:xfrm>
          <a:prstGeom prst="rect">
            <a:avLst/>
          </a:prstGeom>
          <a:solidFill>
            <a:srgbClr val="2A6FD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46520" y="16642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2057400"/>
            <a:ext cx="502920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report content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shell calls with native code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thresholds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Multiple-disk and per-process stats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on different distributions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2026-10-07T03:21:38Z</dcterms:created>
  <dcterms:modified xsi:type="dcterms:W3CDTF">2026-10-07T03:21:38Z</dcterms:modified>
</cp:coreProperties>
</file>