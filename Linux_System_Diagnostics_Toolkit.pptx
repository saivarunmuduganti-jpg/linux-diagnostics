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9209" y="1130411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79209" y="1741671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TOOLKIT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95956" y="2553892"/>
            <a:ext cx="6698734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troubleshooting shell for monitoring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diagnosing Linux system resources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5475" y="3885266"/>
            <a:ext cx="1984500" cy="510778"/>
          </a:xfrm>
          <a:prstGeom prst="roundRect">
            <a:avLst>
              <a:gd name="adj" fmla="val 17902"/>
            </a:avLst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475" y="3885266"/>
            <a:ext cx="1984500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8728" y="4747727"/>
            <a:ext cx="10642613" cy="1842152"/>
          </a:xfrm>
          <a:prstGeom prst="roundRect">
            <a:avLst>
              <a:gd name="adj" fmla="val 14891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0569" y="4940316"/>
          <a:ext cx="5024050" cy="914400"/>
        </p:xfrm>
        <a:graphic>
          <a:graphicData uri="http://schemas.openxmlformats.org/drawingml/2006/table">
            <a:tbl>
              <a:tblPr/>
              <a:tblGrid>
                <a:gridCol w="2512025"/>
                <a:gridCol w="2512025"/>
              </a:tblGrid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2510030370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M.SAI VARUN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2510030021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AFFAN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2510030366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2510030027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command-line tool for checking important Linux system resources.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873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380" y="1423481"/>
            <a:ext cx="66987" cy="1875645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1076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21076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CPU, RAM, disk, process, uptime and network information.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70924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7430" y="1423481"/>
            <a:ext cx="66987" cy="1875645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2126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22126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basic resource problems using configurable warning thresholds.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71974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8480" y="1423481"/>
            <a:ext cx="66987" cy="1875645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3177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3177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collected information into a readable diagnostic report.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8728" y="3851772"/>
            <a:ext cx="3349367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8728" y="4270443"/>
            <a:ext cx="10466771" cy="83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using many separate Linux commands, the user interacts with one integrated toolkit.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integrated diagnostics toolkit is useful.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0114" y="1373240"/>
            <a:ext cx="5275253" cy="4387671"/>
          </a:xfrm>
          <a:prstGeom prst="roundRect">
            <a:avLst>
              <a:gd name="adj" fmla="val 521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620" y="1373240"/>
            <a:ext cx="66987" cy="4387671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316" y="1557456"/>
            <a:ext cx="4856582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71316" y="1976126"/>
            <a:ext cx="4856582" cy="36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commands are needed for different resources.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information may be spread across system interfaces and utilities.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may find troubleshooting commands difficult to remember.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simple view of the system's current condition.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316" y="1373240"/>
            <a:ext cx="5275253" cy="4387671"/>
          </a:xfrm>
          <a:prstGeom prst="roundRect">
            <a:avLst>
              <a:gd name="adj" fmla="val 521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9822" y="1373240"/>
            <a:ext cx="66987" cy="4387671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4518" y="1557456"/>
            <a:ext cx="4856582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14518" y="1976126"/>
            <a:ext cx="4856582" cy="36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command-line interface for common checks.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output for easier interpretation.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for high resource usage.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report generation for documentation.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aims to achieve.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1740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247" y="1423481"/>
            <a:ext cx="66987" cy="177516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2943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Resource Monitoring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62943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CPU, memory and disk usage.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63031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9538" y="1423481"/>
            <a:ext cx="66987" cy="177516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4234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Process Inspection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14234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running processes and process IDs.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14322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0828" y="1423481"/>
            <a:ext cx="66987" cy="1775164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5525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Information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65525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uptime, users and network details.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1740" y="3567076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247" y="3567076"/>
            <a:ext cx="66987" cy="1775164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2943" y="3751291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Problem Detection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62943" y="4169962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 usage and low available resources.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63031" y="3567076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9538" y="3567076"/>
            <a:ext cx="66987" cy="177516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4234" y="3751291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Reporting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714234" y="4169962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consolidated diagnostic report.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planned for the toolkit.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873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380" y="1339747"/>
            <a:ext cx="66987" cy="190913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1076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21076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processor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0088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6595" y="1339747"/>
            <a:ext cx="66987" cy="1909139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51291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51291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used and available RAM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0303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6810" y="1339747"/>
            <a:ext cx="66987" cy="1909139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1506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81506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usage and free space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60518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7025" y="1339747"/>
            <a:ext cx="66987" cy="1909139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1721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11721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name and process status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9873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380" y="3684303"/>
            <a:ext cx="66987" cy="190913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076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076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network/interface details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00088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66595" y="3684303"/>
            <a:ext cx="66987" cy="1909139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51291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751291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system startup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0303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6810" y="3684303"/>
            <a:ext cx="66987" cy="1909139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1506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581506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based on thresholds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60518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27025" y="3684303"/>
            <a:ext cx="66987" cy="1909139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1721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411721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collected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command to diagnostic result.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405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8487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28487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8487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disk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28291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834402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0484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060484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Handler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60484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requested module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60288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66398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2481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392481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2481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Linux system information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92284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98395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24477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724477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24477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data + checks thresholds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24281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830392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6474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10056474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056474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result or saves report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Alerts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system information into useful warnings.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1740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247" y="1423481"/>
            <a:ext cx="66987" cy="338286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2943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2943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Usage: 58%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2943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Resource usage is within the configured range.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12791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297" y="1423481"/>
            <a:ext cx="66987" cy="3382860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993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993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Usage: 92%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993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memory usage detected.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checking running processes.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13841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0347" y="1423481"/>
            <a:ext cx="66987" cy="3382860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5044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5044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Usage: 97%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65044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Very low free space.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should remove or move unnecessary files.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7342" y="5233386"/>
            <a:ext cx="1051701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values can be configured according to the project requirements.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 record of the system condition.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21076" y="1256013"/>
            <a:ext cx="10341170" cy="4521645"/>
          </a:xfrm>
          <a:prstGeom prst="roundRect">
            <a:avLst>
              <a:gd name="adj" fmla="val 6067"/>
            </a:avLst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23481" y="1590949"/>
            <a:ext cx="9210759" cy="376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LINUX DIAGNOSTIC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Usage        : 34%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Usage     : 62%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 Usage       : 71%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Processes: 126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Uptime    : 04:21:16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critical issues detected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by: Linux System Diagnostics Toolkit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 used for implementation.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0354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861" y="1373240"/>
            <a:ext cx="66987" cy="2009620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155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2155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language for system-level programming.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6659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3101" y="1373240"/>
            <a:ext cx="66987" cy="2009620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779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1779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environment for the toolkit.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6283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9341" y="1373240"/>
            <a:ext cx="66987" cy="200962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403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1403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used to build the C application.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5907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5582" y="1373240"/>
            <a:ext cx="66987" cy="2009620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0278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10278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source-code editing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completed system should demonstrate.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0114" y="1323000"/>
            <a:ext cx="7619810" cy="3550329"/>
          </a:xfrm>
          <a:prstGeom prst="roundRect">
            <a:avLst>
              <a:gd name="adj" fmla="val 6439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620" y="1323000"/>
            <a:ext cx="66987" cy="355032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316" y="1507215"/>
            <a:ext cx="7201139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Output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71316" y="1925886"/>
            <a:ext cx="7201139" cy="277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command-line diagnostics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 and disk monitoring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system information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details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warnings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proposed solution.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64867" y="1465348"/>
            <a:ext cx="9880632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toolkit. Multiple diagnostics. Clear system insight.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364867" y="2512025"/>
            <a:ext cx="9880632" cy="184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provides a centralized interface for common Linux diagnostics.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practical Operating Systems concepts through system monitoring.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modular structure supports incremental development and future extensions.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toolkit can assist users in identifying basic resource-related problems.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135221"/>
            <a:ext cx="12191695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0" y="2997683"/>
            <a:ext cx="1219169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84303"/>
            <a:ext cx="1219169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Diagnostics Toolkit</dc:title>
  <dc:subject>PptxGenJS Presentation</dc:subject>
  <dc:creator>PptxGenJS</dc:creator>
  <cp:lastModifiedBy>PptxGenJS</cp:lastModifiedBy>
  <cp:revision>1</cp:revision>
  <dcterms:created xsi:type="dcterms:W3CDTF">2026-10-06T13:47:43Z</dcterms:created>
  <dcterms:modified xsi:type="dcterms:W3CDTF">2026-10-06T13:47:43Z</dcterms:modified>
</cp:coreProperties>
</file>